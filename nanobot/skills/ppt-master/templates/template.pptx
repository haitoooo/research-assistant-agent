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4A27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●</a:t>
            </a:r>
            <a:r>
              <a:rPr lang="en-US" altLang="zh-CN"/>
              <a:t> text encoder</a:t>
            </a:r>
            <a:r>
              <a:rPr lang="zh-CN" altLang="en-US"/>
              <a:t>：用来提取文本特征，作者这里用的是</a:t>
            </a:r>
            <a:r>
              <a:rPr lang="en-US" altLang="zh-CN"/>
              <a:t>nn.Embedding</a:t>
            </a:r>
            <a:endParaRPr lang="en-US" altLang="zh-CN"/>
          </a:p>
          <a:p>
            <a:r>
              <a:rPr lang="en-US" altLang="en-US"/>
              <a:t>●</a:t>
            </a:r>
            <a:r>
              <a:rPr lang="en-US" altLang="zh-CN"/>
              <a:t> image encoder</a:t>
            </a:r>
            <a:r>
              <a:rPr lang="zh-CN" altLang="en-US"/>
              <a:t>：用来提取图像特征，原文中</a:t>
            </a:r>
            <a:r>
              <a:rPr lang="en-US" altLang="zh-CN"/>
              <a:t>image encoder</a:t>
            </a:r>
            <a:r>
              <a:rPr lang="zh-CN" altLang="en-US"/>
              <a:t>可选的模型有很多，比如</a:t>
            </a:r>
            <a:r>
              <a:rPr lang="en-US" altLang="zh-CN"/>
              <a:t>ViT-B/32</a:t>
            </a:r>
            <a:r>
              <a:rPr lang="zh-CN" altLang="en-US"/>
              <a:t>、</a:t>
            </a:r>
            <a:r>
              <a:rPr lang="en-US" altLang="zh-CN"/>
              <a:t>RN101</a:t>
            </a:r>
            <a:r>
              <a:rPr lang="zh-CN" altLang="en-US"/>
              <a:t>等</a:t>
            </a:r>
            <a:endParaRPr lang="zh-CN" altLang="en-US"/>
          </a:p>
          <a:p>
            <a:r>
              <a:rPr lang="en-US" altLang="en-US"/>
              <a:t>●</a:t>
            </a:r>
            <a:r>
              <a:rPr lang="en-US" altLang="zh-CN"/>
              <a:t> </a:t>
            </a:r>
            <a:r>
              <a:rPr lang="zh-CN" altLang="en-US"/>
              <a:t>相似度计算：图像特征和文本特征映射到同一维度后，通过矩阵乘法来计算图像特征和文本特征之间的相似度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个相似度矩阵中，对角线上的值是一一对应的正样本的相似度，非对角线的值是每个样本与其负样本的相似度，那么就可以以此来创建标签，然后通过交叉熵损失函数来计算损失，以此来达到使正样本对之间更近，负样本对之间更远的效果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5.xml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0" y="2729230"/>
            <a:ext cx="121913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XXXX</a:t>
            </a:r>
            <a:endParaRPr lang="en-US" altLang="zh-CN" sz="6000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0700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90550" y="301625"/>
            <a:ext cx="4064635" cy="378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 </a:t>
            </a:r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</a:t>
            </a:r>
            <a:endParaRPr lang="en-US" altLang="zh-CN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90550" y="839470"/>
            <a:ext cx="10619740" cy="26670"/>
          </a:xfrm>
          <a:prstGeom prst="line">
            <a:avLst/>
          </a:prstGeom>
          <a:ln w="44450">
            <a:gradFill>
              <a:gsLst>
                <a:gs pos="0">
                  <a:srgbClr val="084A27"/>
                </a:gs>
                <a:gs pos="100000">
                  <a:srgbClr val="CC3300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37591"/>
          <a:stretch>
            <a:fillRect/>
          </a:stretch>
        </p:blipFill>
        <p:spPr>
          <a:xfrm>
            <a:off x="-17299" y="0"/>
            <a:ext cx="12209296" cy="373649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4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35" y="4789805"/>
            <a:ext cx="1219136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/>
            <a:r>
              <a:rPr lang="zh-CN" altLang="en-US" sz="6000" b="1" spc="600" dirty="0">
                <a:solidFill>
                  <a:srgbClr val="084A27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谢谢</a:t>
            </a:r>
            <a:endParaRPr lang="zh-CN" altLang="en-US" sz="6000" b="1" spc="600" dirty="0">
              <a:solidFill>
                <a:srgbClr val="084A27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62" b="3296"/>
          <a:stretch>
            <a:fillRect/>
          </a:stretch>
        </p:blipFill>
        <p:spPr>
          <a:xfrm>
            <a:off x="2716059" y="661011"/>
            <a:ext cx="6759883" cy="2383189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WPS 演示</Application>
  <PresentationFormat>宽屏</PresentationFormat>
  <Paragraphs>8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等风来</cp:lastModifiedBy>
  <cp:revision>166</cp:revision>
  <dcterms:created xsi:type="dcterms:W3CDTF">2019-06-19T02:08:00Z</dcterms:created>
  <dcterms:modified xsi:type="dcterms:W3CDTF">2026-05-14T14:30:19Z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E0F35F9CB2834332A3583C7275D9054C_11</vt:lpwstr>
  </property>
</Properties>
</file>